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1"/>
  </p:sld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8" autoAdjust="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8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93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61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9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42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3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68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4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9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7628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72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3119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39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80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53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8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UCU Innovators 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Three Project Presentation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 centralized repository for student innovations.</a:t>
            </a:r>
          </a:p>
          <a:p>
            <a:r>
              <a:rPr dirty="0"/>
              <a:t> Hard to access past projects.</a:t>
            </a:r>
          </a:p>
          <a:p>
            <a:r>
              <a:rPr dirty="0"/>
              <a:t> Limited visibility for innovators.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Centralize innovations.</a:t>
            </a:r>
          </a:p>
          <a:p>
            <a:r>
              <a:rPr dirty="0"/>
              <a:t> Enable submission, approval &amp; browsing.</a:t>
            </a:r>
          </a:p>
          <a:p>
            <a:r>
              <a:rPr dirty="0"/>
              <a:t> Provide analytics dashboards.</a:t>
            </a:r>
          </a:p>
          <a:p>
            <a:r>
              <a:rPr dirty="0"/>
              <a:t> Foster collaboration.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839D-211D-4475-9948-C950F4D5F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FE1AC-77F2-431D-8D35-BBF3EF21D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Frontend</a:t>
            </a:r>
          </a:p>
          <a:p>
            <a:r>
              <a:rPr lang="en-US" dirty="0"/>
              <a:t>Node.js Backend</a:t>
            </a:r>
          </a:p>
          <a:p>
            <a:r>
              <a:rPr lang="en-US" dirty="0"/>
              <a:t>MySQL Database</a:t>
            </a:r>
          </a:p>
          <a:p>
            <a:r>
              <a:rPr lang="en-US" dirty="0"/>
              <a:t>JWT Authentication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926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ER Diagram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F6E8439-505F-4621-BDD6-2699BE030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188" y="1786758"/>
            <a:ext cx="6222124" cy="3899338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User authentication</a:t>
            </a:r>
          </a:p>
          <a:p>
            <a:r>
              <a:rPr dirty="0"/>
              <a:t> Project submission workflow</a:t>
            </a:r>
          </a:p>
          <a:p>
            <a:r>
              <a:rPr dirty="0"/>
              <a:t> Supervisor approval system</a:t>
            </a:r>
          </a:p>
          <a:p>
            <a:r>
              <a:rPr dirty="0"/>
              <a:t> Public project gallery</a:t>
            </a:r>
          </a:p>
          <a:p>
            <a:r>
              <a:rPr dirty="0"/>
              <a:t> Admin analytics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 counts per faculty</a:t>
            </a:r>
          </a:p>
          <a:p>
            <a:r>
              <a:rPr dirty="0"/>
              <a:t>Approval statistics</a:t>
            </a:r>
          </a:p>
          <a:p>
            <a:r>
              <a:rPr dirty="0"/>
              <a:t> Trending technologies</a:t>
            </a:r>
          </a:p>
          <a:p>
            <a:r>
              <a:rPr dirty="0"/>
              <a:t> Most active innovators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UCU Innovators Hub provides a scalable, centralized platform for showcasing and managing student innovations while promoting collaboration and academic excellence.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74A60-DEDE-4C7B-BF06-432C662B2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</a:t>
            </a:r>
            <a:r>
              <a:rPr lang="en-US"/>
              <a:t>Members Names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6BD4D-AAB0-460C-8339-D8FCB40BB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Terma</a:t>
            </a:r>
            <a:r>
              <a:rPr lang="en-US" dirty="0"/>
              <a:t> </a:t>
            </a:r>
            <a:r>
              <a:rPr lang="en-US" dirty="0" err="1"/>
              <a:t>Aryouma</a:t>
            </a:r>
            <a:r>
              <a:rPr lang="en-US" dirty="0"/>
              <a:t> </a:t>
            </a:r>
            <a:r>
              <a:rPr lang="en-US" dirty="0" err="1"/>
              <a:t>Bahtokpah</a:t>
            </a:r>
            <a:r>
              <a:rPr lang="en-US" dirty="0"/>
              <a:t>--------- M25B13/061</a:t>
            </a:r>
          </a:p>
          <a:p>
            <a:r>
              <a:rPr lang="en-US" dirty="0"/>
              <a:t>Bukenya Elijah </a:t>
            </a:r>
            <a:r>
              <a:rPr lang="en-US" dirty="0" err="1"/>
              <a:t>Kirabo</a:t>
            </a:r>
            <a:r>
              <a:rPr lang="en-US" dirty="0"/>
              <a:t>-----------------M25B13/057</a:t>
            </a:r>
          </a:p>
          <a:p>
            <a:r>
              <a:rPr lang="en-US" dirty="0" err="1"/>
              <a:t>Mukisa</a:t>
            </a:r>
            <a:r>
              <a:rPr lang="en-US" dirty="0"/>
              <a:t> Joel------------------------------M25B13/008</a:t>
            </a:r>
          </a:p>
          <a:p>
            <a:r>
              <a:rPr lang="en-US" dirty="0" err="1"/>
              <a:t>Opolot</a:t>
            </a:r>
            <a:r>
              <a:rPr lang="en-US" dirty="0"/>
              <a:t> Jonathan-----------------------M25B13/022</a:t>
            </a:r>
          </a:p>
          <a:p>
            <a:r>
              <a:rPr lang="en-US" dirty="0" err="1"/>
              <a:t>Ruzira</a:t>
            </a:r>
            <a:r>
              <a:rPr lang="en-US" dirty="0"/>
              <a:t> Anthony-------------------------M25B13/009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46173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</TotalTime>
  <Words>151</Words>
  <Application>Microsoft Office PowerPoint</Application>
  <PresentationFormat>On-screen Show (4:3)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UCU Innovators Hub</vt:lpstr>
      <vt:lpstr>Problem Statement</vt:lpstr>
      <vt:lpstr>Project Objectives</vt:lpstr>
      <vt:lpstr>System Architecture</vt:lpstr>
      <vt:lpstr>ER Diagram </vt:lpstr>
      <vt:lpstr>Key Features</vt:lpstr>
      <vt:lpstr>Analytics Dashboard</vt:lpstr>
      <vt:lpstr>Conclusion</vt:lpstr>
      <vt:lpstr>Group Members Names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UCU Innovators Hub</dc:title>
  <dc:subject/>
  <dc:creator/>
  <cp:keywords/>
  <dc:description>generated using python-pptx</dc:description>
  <cp:lastModifiedBy>termabahtokpah3@gmail.com</cp:lastModifiedBy>
  <cp:revision>5</cp:revision>
  <dcterms:created xsi:type="dcterms:W3CDTF">2013-01-27T09:14:16Z</dcterms:created>
  <dcterms:modified xsi:type="dcterms:W3CDTF">2025-12-03T19:37:56Z</dcterms:modified>
  <cp:category/>
</cp:coreProperties>
</file>